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heme/theme2.xml" ContentType="application/vnd.openxmlformats-officedocument.them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heme/theme3.xml" ContentType="application/vnd.openxmlformats-officedocument.them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9"/>
  </p:notesMasterIdLst>
  <p:handoutMasterIdLst>
    <p:handoutMasterId r:id="rId10"/>
  </p:handoutMasterIdLst>
  <p:sldIdLst>
    <p:sldId id="2147471886" r:id="rId5"/>
    <p:sldId id="2147483462" r:id="rId6"/>
    <p:sldId id="2147483464" r:id="rId7"/>
    <p:sldId id="2147471884" r:id="rId8"/>
  </p:sldIdLst>
  <p:sldSz cx="12192000" cy="6858000"/>
  <p:notesSz cx="7099300" cy="10234613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2E414-1952-433B-97D5-56356CD4551E}" v="706" dt="2026-01-30T11:02:22.515"/>
  </p1510:revLst>
</p1510:revInfo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96" autoAdjust="0"/>
  </p:normalViewPr>
  <p:slideViewPr>
    <p:cSldViewPr snapToObjects="1" showGuides="1">
      <p:cViewPr varScale="1">
        <p:scale>
          <a:sx n="79" d="100"/>
          <a:sy n="79" d="100"/>
        </p:scale>
        <p:origin x="1142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image" Target="../media/image5.png"/><Relationship Id="rId2" Type="http://schemas.openxmlformats.org/officeDocument/2006/relationships/tags" Target="../tags/tag189.xml"/><Relationship Id="rId1" Type="http://schemas.openxmlformats.org/officeDocument/2006/relationships/theme" Target="../theme/theme3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‹Nr.›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theme" Target="../theme/theme2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‹Nr.›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e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7" Type="http://schemas.openxmlformats.org/officeDocument/2006/relationships/image" Target="../media/image1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8.xml"/><Relationship Id="rId4" Type="http://schemas.openxmlformats.org/officeDocument/2006/relationships/tags" Target="../tags/tag17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‹Nr.›</a:t>
            </a:fld>
            <a:endParaRPr lang="en-US" sz="800" b="1" kern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F336-0D6F-6FA2-1006-D7E7DB2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3DC7-53DF-FD31-5C55-0AFE47E4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685C83-F257-3377-8CB6-83E61FC51237}"/>
              </a:ext>
            </a:extLst>
          </p:cNvPr>
          <p:cNvSpPr/>
          <p:nvPr/>
        </p:nvSpPr>
        <p:spPr bwMode="auto">
          <a:xfrm>
            <a:off x="334962" y="980728"/>
            <a:ext cx="11522076" cy="828438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Team: </a:t>
            </a:r>
            <a:r>
              <a:rPr lang="en-US" sz="2000" b="1" i="1" dirty="0">
                <a:solidFill>
                  <a:schemeClr val="bg1"/>
                </a:solidFill>
                <a:latin typeface="+mn-lt"/>
              </a:rPr>
              <a:t>add your team name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US" sz="1200" i="1" dirty="0">
                <a:solidFill>
                  <a:schemeClr val="bg1"/>
                </a:solidFill>
                <a:latin typeface="+mn-lt"/>
              </a:rPr>
              <a:t>Team Members:</a:t>
            </a:r>
            <a:r>
              <a:rPr lang="en-US" sz="1600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+mn-lt"/>
              </a:rPr>
              <a:t>add your team members</a:t>
            </a:r>
            <a:endParaRPr lang="en-US" sz="1600" i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B85944-9077-6029-109A-BDF1818F5406}"/>
              </a:ext>
            </a:extLst>
          </p:cNvPr>
          <p:cNvSpPr/>
          <p:nvPr/>
        </p:nvSpPr>
        <p:spPr bwMode="auto">
          <a:xfrm>
            <a:off x="343317" y="2209138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the Introduction Lecture 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Reviewed lecture contents and deepened the understanding of all the software tools</a:t>
            </a:r>
            <a:endParaRPr lang="de-DE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Successfully connected the microcontroller to </a:t>
            </a:r>
            <a:r>
              <a:rPr lang="en-US" dirty="0" err="1">
                <a:solidFill>
                  <a:schemeClr val="tx1"/>
                </a:solidFill>
              </a:rPr>
              <a:t>Deepcraft</a:t>
            </a:r>
            <a:r>
              <a:rPr lang="en-US" dirty="0">
                <a:solidFill>
                  <a:schemeClr val="tx1"/>
                </a:solidFill>
              </a:rPr>
              <a:t> Studio via the private </a:t>
            </a:r>
            <a:r>
              <a:rPr lang="en-US" dirty="0" err="1">
                <a:solidFill>
                  <a:schemeClr val="tx1"/>
                </a:solidFill>
              </a:rPr>
              <a:t>WiFi</a:t>
            </a:r>
            <a:r>
              <a:rPr lang="en-US" dirty="0">
                <a:solidFill>
                  <a:schemeClr val="tx1"/>
                </a:solidFill>
              </a:rPr>
              <a:t> and hotspot</a:t>
            </a:r>
            <a:endParaRPr lang="de-DE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Initialized the necessary </a:t>
            </a:r>
            <a:r>
              <a:rPr lang="en-US" dirty="0" err="1">
                <a:solidFill>
                  <a:schemeClr val="tx1"/>
                </a:solidFill>
              </a:rPr>
              <a:t>Deepcraft</a:t>
            </a:r>
            <a:r>
              <a:rPr lang="en-US" dirty="0">
                <a:solidFill>
                  <a:schemeClr val="tx1"/>
                </a:solidFill>
              </a:rPr>
              <a:t> projects and configured the preprocessor for training the models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Started the initial phase of data collection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Coded the basic structure of the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code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E8B6BC-7043-0B40-D795-FBC70E8DE10B}"/>
              </a:ext>
            </a:extLst>
          </p:cNvPr>
          <p:cNvSpPr/>
          <p:nvPr/>
        </p:nvSpPr>
        <p:spPr bwMode="auto">
          <a:xfrm>
            <a:off x="4259796" y="2241136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Conduct more data acquisition sessions over the weekend, involving multiple test subjects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Train the first AI-models based on our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Begin to integrate the model into a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code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94D580-9002-884A-0777-FDA16C0D1006}"/>
              </a:ext>
            </a:extLst>
          </p:cNvPr>
          <p:cNvSpPr/>
          <p:nvPr/>
        </p:nvSpPr>
        <p:spPr bwMode="auto">
          <a:xfrm>
            <a:off x="8184232" y="2241136"/>
            <a:ext cx="3671832" cy="414061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Clarification between the “train”, “validation” and “test” datasets and their differences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long to wait in the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main loop bevor the next iteration.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229B8C7E-93CB-4945-83F5-F5BA8AD82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00BEB-4464-C39B-CD65-561455D4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478E1-5E62-D9A2-274C-BE38EB614665}"/>
              </a:ext>
            </a:extLst>
          </p:cNvPr>
          <p:cNvSpPr txBox="1"/>
          <p:nvPr/>
        </p:nvSpPr>
        <p:spPr bwMode="auto">
          <a:xfrm>
            <a:off x="336449" y="1858213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1.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3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3CA5-6DA2-651C-BD83-BDEA5488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2F36-48B0-0265-7F67-4B88CA0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9AF7E8-F97B-94F3-3D60-545030548D5A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6F909A-F2F8-F878-AD4A-C9E94BCA7C03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F61695-F649-2A7E-8E53-939676CF1BA7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387F073D-0D6E-EDCA-9311-FF20E66F5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1E644-B391-AA7A-A4BF-B052E5E7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5F658-1D39-7370-1310-42E77216608B}"/>
              </a:ext>
            </a:extLst>
          </p:cNvPr>
          <p:cNvSpPr txBox="1"/>
          <p:nvPr/>
        </p:nvSpPr>
        <p:spPr bwMode="auto">
          <a:xfrm>
            <a:off x="334963" y="973766"/>
            <a:ext cx="477571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2.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70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80DE-651B-773A-CEE6-5168AC52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DE06-B78E-061E-C628-40B6A83B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185B5B-3EEF-5A52-81E6-FB683090E542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577FB4-4321-1005-383F-7911A4F8B988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Show what you have planned for the project presentation and your submission, you have more room on the next slide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5F3E40-A49E-57F0-F7EF-647017409004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09BA7BD7-1F97-D634-2A37-36CBC9238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9A3A1A-D6DF-9BCA-DB3C-5985BC5EB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281BF-3B1F-087D-BB44-B86DF257FC17}"/>
              </a:ext>
            </a:extLst>
          </p:cNvPr>
          <p:cNvSpPr txBox="1"/>
          <p:nvPr/>
        </p:nvSpPr>
        <p:spPr bwMode="auto">
          <a:xfrm>
            <a:off x="431243" y="973766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kern="0" dirty="0">
                <a:solidFill>
                  <a:srgbClr val="0A8276"/>
                </a:solidFill>
              </a:rPr>
              <a:t>3. 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369536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DE66A6-5783-448B-93CC-115A7583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Infineon PSOC6 Lecture presentation and final submission plans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ADBD7-5C4F-4271-90BC-DE806B29B74C}"/>
              </a:ext>
            </a:extLst>
          </p:cNvPr>
          <p:cNvSpPr/>
          <p:nvPr/>
        </p:nvSpPr>
        <p:spPr bwMode="auto">
          <a:xfrm>
            <a:off x="335360" y="1268413"/>
            <a:ext cx="11521678" cy="5078725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Short project presentation: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Any special equipment need for demo at the demo Day ?</a:t>
            </a:r>
          </a:p>
        </p:txBody>
      </p:sp>
    </p:spTree>
    <p:extLst>
      <p:ext uri="{BB962C8B-B14F-4D97-AF65-F5344CB8AC3E}">
        <p14:creationId xmlns:p14="http://schemas.microsoft.com/office/powerpoint/2010/main" val="1250595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False"/>
  <p:tag name="MIO_CD_LAYOUT_VALID_AREA" val="False"/>
  <p:tag name="MIO_CDID" val="e2fc2f9e-d5cf-4311-b3a1-0559b8fd1ab8"/>
  <p:tag name="MIO_CONTENTTAG" val="HUQ1gT/F8ESnR8/z2T2utA=="/>
  <p:tag name="MIO_DBID" val="FDE84254-54DB-49E3-9A0E-CDE72035D530"/>
  <p:tag name="MIO_EKGUID" val="f8120ca7-cceb-428f-a7d0-f20ce9397e1b"/>
  <p:tag name="MIO_EMBED_FONT" val="False"/>
  <p:tag name="MIO_FALLBACK_LAYOUT" val="4"/>
  <p:tag name="MIO_HDS" val="True"/>
  <p:tag name="MIO_LASTDOWNLOADED" val="20.03.2024 09:27:02.961"/>
  <p:tag name="MIO_MATCH_COLOR_SCHEME" val="True"/>
  <p:tag name="MIO_NUMBER_OF_VALID_LAYOUTS" val="18"/>
  <p:tag name="MIO_OBJECTNAME" val="Infineon LCD 16:9"/>
  <p:tag name="MIO_SHOW_DATE" val="False"/>
  <p:tag name="MIO_SHOW_FOOTER" val="False"/>
  <p:tag name="MIO_SHOW_PAGENUMBER" val="False"/>
  <p:tag name="MIO_SKIPVERSION" val="01.01.0001 00:00:00"/>
  <p:tag name="MIO_UPDATE" val="True"/>
  <p:tag name="MIO_VERSION" val="19.03.2024 12:54: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9073308C-F199-48EC-BC12-9A41A62831D5}" vid="{7D21EA35-C075-470B-9826-1EEC27A93A3F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08744A1DC0E459D19409169BD101C" ma:contentTypeVersion="10" ma:contentTypeDescription="Create a new document." ma:contentTypeScope="" ma:versionID="d0a38bccec903cc7fc917c43126213b1">
  <xsd:schema xmlns:xsd="http://www.w3.org/2001/XMLSchema" xmlns:xs="http://www.w3.org/2001/XMLSchema" xmlns:p="http://schemas.microsoft.com/office/2006/metadata/properties" xmlns:ns1="http://schemas.microsoft.com/sharepoint/v3" xmlns:ns2="3df75a81-b7cb-4783-ab8b-190cb7919186" targetNamespace="http://schemas.microsoft.com/office/2006/metadata/properties" ma:root="true" ma:fieldsID="18817bea9ddb899bcb71e34dfb063dcd" ns1:_="" ns2:_="">
    <xsd:import namespace="http://schemas.microsoft.com/sharepoint/v3"/>
    <xsd:import namespace="3df75a81-b7cb-4783-ab8b-190cb7919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75a81-b7cb-4783-ab8b-190cb7919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E621A0-1E67-4A33-AC30-1B8333BDE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f75a81-b7cb-4783-ab8b-190cb7919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sharepoint/v3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3df75a81-b7cb-4783-ab8b-190cb7919186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254</Words>
  <Application>Microsoft Office PowerPoint</Application>
  <PresentationFormat>Breitbild</PresentationFormat>
  <Paragraphs>43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6" baseType="lpstr">
      <vt:lpstr>Arial</vt:lpstr>
      <vt:lpstr>Infineon 16:9</vt:lpstr>
      <vt:lpstr> Infineon PSOC6 Lecture project status </vt:lpstr>
      <vt:lpstr> Infineon PSOC6 Lecture project status </vt:lpstr>
      <vt:lpstr> Infineon PSOC6 Lecture project status </vt:lpstr>
      <vt:lpstr>Infineon PSOC6 Lecture presentation and final submission plans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IndustryMeetsMakers2024 Infineon team status</dc:title>
  <dc:creator>Muehlberger Andreas (IFAT IFM)</dc:creator>
  <cp:lastModifiedBy>Gassner, Manuel</cp:lastModifiedBy>
  <cp:revision>20</cp:revision>
  <cp:lastPrinted>2026-02-12T23:01:43Z</cp:lastPrinted>
  <dcterms:created xsi:type="dcterms:W3CDTF">2024-04-15T16:23:15Z</dcterms:created>
  <dcterms:modified xsi:type="dcterms:W3CDTF">2026-02-13T13:31:36Z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0x010100B7908744A1DC0E459D19409169BD101C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2025-07-03T06:27:54Z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2025-07-03 06:27:55Z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f2b23d3b-c785-4c2f-a598-3095f5fe5aeb</vt:lpwstr>
  </property>
  <property fmtid="{D5CDD505-2E9C-101B-9397-08002B2CF9AE}" pid="28" name="MSIP_Label_a15a25aa-e944-415d-b7a7-40f6b9180b6b_ContentBits">
    <vt:lpwstr>0</vt:lpwstr>
  </property>
</Properties>
</file>